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Bluestock Mutual Fund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Capstone Project</a:t>
            </a:r>
          </a:p>
          <a:p>
            <a:pPr>
              <a:defRPr sz="2200"/>
            </a:pPr>
            <a:r>
              <a:t>ETL • EDA • Performance • Risk • Investor Analytics •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End-to-end mutual fund analytics pipeline</a:t>
            </a:r>
          </a:p>
          <a:p>
            <a:pPr>
              <a:defRPr sz="2200"/>
            </a:pPr>
            <a:r>
              <a:t>• Data ingestion and cleaning</a:t>
            </a:r>
          </a:p>
          <a:p>
            <a:pPr>
              <a:defRPr sz="2200"/>
            </a:pPr>
            <a:r>
              <a:t>• SQLite analytical database</a:t>
            </a:r>
          </a:p>
          <a:p>
            <a:pPr>
              <a:defRPr sz="2200"/>
            </a:pPr>
            <a:r>
              <a:t>• Performance and risk metrics</a:t>
            </a:r>
          </a:p>
          <a:p>
            <a:pPr>
              <a:defRPr sz="2200"/>
            </a:pPr>
            <a:r>
              <a:t>• Investor behaviour analysis</a:t>
            </a:r>
          </a:p>
          <a:p>
            <a:pPr>
              <a:defRPr sz="2200"/>
            </a:pPr>
            <a:r>
              <a:t>• Fund recommendation engine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10 source datasets</a:t>
            </a:r>
          </a:p>
          <a:p>
            <a:pPr>
              <a:defRPr sz="2200"/>
            </a:pPr>
            <a:r>
              <a:t>• Fund master and daily NAV</a:t>
            </a:r>
          </a:p>
          <a:p>
            <a:pPr>
              <a:defRPr sz="2200"/>
            </a:pPr>
            <a:r>
              <a:t>• AUM and SIP inflows</a:t>
            </a:r>
          </a:p>
          <a:p>
            <a:pPr>
              <a:defRPr sz="2200"/>
            </a:pPr>
            <a:r>
              <a:t>• Category inflows and folios</a:t>
            </a:r>
          </a:p>
          <a:p>
            <a:pPr>
              <a:defRPr sz="2200"/>
            </a:pPr>
            <a:r>
              <a:t>• Scheme performance</a:t>
            </a:r>
          </a:p>
          <a:p>
            <a:pPr>
              <a:defRPr sz="2200"/>
            </a:pPr>
            <a:r>
              <a:t>• Investor transactions</a:t>
            </a:r>
          </a:p>
          <a:p>
            <a:pPr>
              <a:defRPr sz="2200"/>
            </a:pPr>
            <a:r>
              <a:t>• Portfolio holdings</a:t>
            </a:r>
          </a:p>
          <a:p>
            <a:pPr>
              <a:defRPr sz="2200"/>
            </a:pPr>
            <a:r>
              <a:t>• Benchmark indices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Key metrics:</a:t>
            </a:r>
          </a:p>
          <a:p>
            <a:pPr>
              <a:defRPr sz="2200"/>
            </a:pPr>
            <a:r>
              <a:t>• CAGR</a:t>
            </a:r>
          </a:p>
          <a:p>
            <a:pPr>
              <a:defRPr sz="2200"/>
            </a:pPr>
            <a:r>
              <a:t>• Annualised return</a:t>
            </a:r>
          </a:p>
          <a:p>
            <a:pPr>
              <a:defRPr sz="2200"/>
            </a:pPr>
            <a:r>
              <a:t>• Annualised volatility</a:t>
            </a:r>
          </a:p>
          <a:p>
            <a:pPr>
              <a:defRPr sz="2200"/>
            </a:pPr>
            <a:r>
              <a:t>• Sharpe ratio</a:t>
            </a:r>
          </a:p>
          <a:p>
            <a:pPr>
              <a:defRPr sz="2200"/>
            </a:pPr>
            <a:r>
              <a:t>• Beta</a:t>
            </a:r>
          </a:p>
          <a:p>
            <a:pPr>
              <a:defRPr sz="2200"/>
            </a:pPr>
            <a:r>
              <a:t>• Historical VaR (95%)</a:t>
            </a:r>
          </a:p>
          <a:p>
            <a:pPr>
              <a:defRPr sz="2200"/>
            </a:pPr>
            <a:r>
              <a:t>• Maximum drawdown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Risk-versus-return analysis</a:t>
            </a:r>
          </a:p>
          <a:p>
            <a:pPr>
              <a:defRPr sz="2200"/>
            </a:pPr>
            <a:r>
              <a:t>• Volatility comparison</a:t>
            </a:r>
          </a:p>
          <a:p>
            <a:pPr>
              <a:defRPr sz="2200"/>
            </a:pPr>
            <a:r>
              <a:t>• Sharpe ranking</a:t>
            </a:r>
          </a:p>
          <a:p>
            <a:pPr>
              <a:defRPr sz="2200"/>
            </a:pPr>
            <a:r>
              <a:t>• Beta analysis</a:t>
            </a:r>
          </a:p>
          <a:p>
            <a:pPr>
              <a:defRPr sz="2200"/>
            </a:pPr>
            <a:r>
              <a:t>• VaR analysis</a:t>
            </a:r>
          </a:p>
          <a:p>
            <a:pPr>
              <a:defRPr sz="2200"/>
            </a:pPr>
            <a:r>
              <a:t>• Maximum drawdown</a:t>
            </a:r>
          </a:p>
          <a:p>
            <a:pPr>
              <a:defRPr sz="2200"/>
            </a:pPr>
            <a:r>
              <a:t>• Fund risk segmentation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Transaction analysis by:</a:t>
            </a:r>
          </a:p>
          <a:p>
            <a:pPr>
              <a:defRPr sz="2200"/>
            </a:pPr>
            <a:r>
              <a:t>• Age group</a:t>
            </a:r>
          </a:p>
          <a:p>
            <a:pPr>
              <a:defRPr sz="2200"/>
            </a:pPr>
            <a:r>
              <a:t>• City tier</a:t>
            </a:r>
          </a:p>
          <a:p>
            <a:pPr>
              <a:defRPr sz="2200"/>
            </a:pPr>
            <a:r>
              <a:t>• Gender</a:t>
            </a:r>
          </a:p>
          <a:p>
            <a:pPr>
              <a:defRPr sz="2200"/>
            </a:pPr>
            <a:r>
              <a:t>• Payment mode</a:t>
            </a:r>
          </a:p>
          <a:p>
            <a:pPr>
              <a:defRPr sz="2200"/>
            </a:pPr>
            <a:r>
              <a:t>• Transaction type</a:t>
            </a:r>
          </a:p>
          <a:p>
            <a:pPr>
              <a:defRPr sz="2200"/>
            </a:pPr>
            <a:r>
              <a:t>• State and 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Fund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Ranking framework combines:</a:t>
            </a:r>
          </a:p>
          <a:p>
            <a:pPr>
              <a:defRPr sz="2200"/>
            </a:pPr>
            <a:r>
              <a:t>• Three-year return</a:t>
            </a:r>
          </a:p>
          <a:p>
            <a:pPr>
              <a:defRPr sz="2200"/>
            </a:pPr>
            <a:r>
              <a:t>• Sharpe ratio</a:t>
            </a:r>
          </a:p>
          <a:p>
            <a:pPr>
              <a:defRPr sz="2200"/>
            </a:pPr>
            <a:r>
              <a:t>• Expense ratio</a:t>
            </a:r>
          </a:p>
          <a:p>
            <a:pPr>
              <a:defRPr sz="2200"/>
            </a:pPr>
            <a:r>
              <a:t>• Maximum drawdown</a:t>
            </a:r>
          </a:p>
          <a:p>
            <a:pPr>
              <a:defRPr sz="2200"/>
            </a:pPr>
            <a:r>
              <a:t>Result: ranked fund recommendations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Power BI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Five analytical pages:</a:t>
            </a:r>
          </a:p>
          <a:p>
            <a:pPr>
              <a:defRPr sz="2200"/>
            </a:pPr>
            <a:r>
              <a:t>• Executive Overview</a:t>
            </a:r>
          </a:p>
          <a:p>
            <a:pPr>
              <a:defRPr sz="2200"/>
            </a:pPr>
            <a:r>
              <a:t>• Fund Performance</a:t>
            </a:r>
          </a:p>
          <a:p>
            <a:pPr>
              <a:defRPr sz="2200"/>
            </a:pPr>
            <a:r>
              <a:t>• Risk Analytics</a:t>
            </a:r>
          </a:p>
          <a:p>
            <a:pPr>
              <a:defRPr sz="2200"/>
            </a:pPr>
            <a:r>
              <a:t>• Investor Analytics</a:t>
            </a:r>
          </a:p>
          <a:p>
            <a:pPr>
              <a:defRPr sz="2200"/>
            </a:pPr>
            <a:r>
              <a:t>• Market &amp; Portfolio Analytics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A complete mutual fund analytics solution connecting raw data to measurable investment insights, risk analysis, investor behaviour and decision-support dashboards.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